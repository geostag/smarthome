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DED535-70BE-4B50-AC96-DD1928AF17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9CE5F1F-4A96-41D6-90BA-BEC49FFE6041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786240" y="4636080"/>
            <a:ext cx="1506240" cy="171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gridInputPower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786240" y="423288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outputHomePower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86240" y="3426840"/>
            <a:ext cx="1506240" cy="171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outputPackPower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786240" y="3829680"/>
            <a:ext cx="1506240" cy="171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packInputPower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786240" y="302328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solarInputPower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786240" y="91800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Power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786240" y="1302840"/>
            <a:ext cx="1506240" cy="171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Total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86240" y="168696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upstream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86240" y="2071800"/>
            <a:ext cx="1506240" cy="171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downstream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48720" y="457560"/>
            <a:ext cx="1796760" cy="21726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/>
            <a:r>
              <a:rPr lang="de-DE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tasmota - Hausanschluss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55920" y="2910240"/>
            <a:ext cx="1796760" cy="23850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/>
            <a:r>
              <a:rPr lang="de-DE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zendure - solar+battery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14240" y="1053360"/>
            <a:ext cx="1588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Aktuelle Leistung am Hausanschluss. Positiv oder negativ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714600" y="1456560"/>
            <a:ext cx="1588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Absoluter Zählerstand, läuft nur vorwärts (bleibt bei Einspeisung stehen)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26840" y="1839240"/>
            <a:ext cx="1588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Identisch Power, wenn Power &lt; 0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727200" y="2242440"/>
            <a:ext cx="1588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Identisch Power, wenn Power &gt; 0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30080" y="3153960"/>
            <a:ext cx="1588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Aktuelle Leistung aller Solar Panels gemeinsam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730440" y="3557160"/>
            <a:ext cx="1588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Aktuelle Leistung, die in die Batterien fließt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30800" y="3960360"/>
            <a:ext cx="15886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Aktuelle Leistung, die von den Batterien ins Haus läuft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731160" y="4363920"/>
            <a:ext cx="1588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Aktuelle Leistung, die ins Haus läuft (solar+Batterien)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731520" y="4767120"/>
            <a:ext cx="1588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Aktuelle Leistung, vom Haus in zendure (und letztlich in die Batterien) läuft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19120" y="109800"/>
            <a:ext cx="2067120" cy="5435280"/>
          </a:xfrm>
          <a:prstGeom prst="rect">
            <a:avLst/>
          </a:prstGeom>
          <a:noFill/>
          <a:ln w="0">
            <a:solidFill>
              <a:srgbClr val="3465a4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/>
            <a:r>
              <a:rPr lang="de-DE" sz="1050" b="0" u="none" strike="noStrike">
                <a:solidFill>
                  <a:srgbClr val="355269"/>
                </a:solidFill>
                <a:effectLst/>
                <a:uFillTx/>
                <a:latin typeface="Arial"/>
              </a:rPr>
              <a:t>bucket: smarthome</a:t>
            </a:r>
            <a:endParaRPr lang="de-DE" sz="1050" b="0" u="none" strike="noStrike">
              <a:solidFill>
                <a:srgbClr val="355269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457440" y="124560"/>
            <a:ext cx="2233800" cy="5435280"/>
          </a:xfrm>
          <a:prstGeom prst="rect">
            <a:avLst/>
          </a:prstGeom>
          <a:noFill/>
          <a:ln w="0">
            <a:solidFill>
              <a:srgbClr val="3465a4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/>
            <a:r>
              <a:rPr lang="de-DE" sz="1050" b="0" u="none" strike="noStrike">
                <a:solidFill>
                  <a:srgbClr val="355269"/>
                </a:solidFill>
                <a:effectLst/>
                <a:uFillTx/>
                <a:latin typeface="Arial"/>
              </a:rPr>
              <a:t>bucket: smarthomederived</a:t>
            </a:r>
            <a:br>
              <a:rPr sz="1050"/>
            </a:br>
            <a:r>
              <a:rPr lang="de-DE" sz="800" b="0" u="none" strike="noStrike">
                <a:solidFill>
                  <a:srgbClr val="355269"/>
                </a:solidFill>
                <a:effectLst/>
                <a:uFillTx/>
                <a:latin typeface="Arial"/>
              </a:rPr>
              <a:t>derived from raw data by tasks</a:t>
            </a:r>
            <a:endParaRPr lang="de-DE" sz="800" b="0" u="none" strike="noStrike">
              <a:solidFill>
                <a:srgbClr val="355269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783240" y="111492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green_injected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711240" y="1250280"/>
            <a:ext cx="1652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Täglich integrierte Energie, die von zendure ins Heimnetz eingespeist wurde abzüglich der Energie, die vom Netz in zendure reinfloß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783600" y="154728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green_upstream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3711600" y="1682640"/>
            <a:ext cx="1652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Täglich integrierte Energie, die ins Versorgernetz eingespeitst wurde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" name=""/>
          <p:cNvCxnSpPr>
            <a:stCxn id="14" idx="3"/>
            <a:endCxn id="31" idx="1"/>
          </p:cNvCxnSpPr>
          <p:nvPr/>
        </p:nvCxnSpPr>
        <p:spPr>
          <a:xfrm flipV="1">
            <a:off x="2292480" y="1633320"/>
            <a:ext cx="1491480" cy="140040"/>
          </a:xfrm>
          <a:prstGeom prst="bentConnector3">
            <a:avLst>
              <a:gd name="adj1" fmla="val 44302"/>
            </a:avLst>
          </a:prstGeom>
          <a:ln w="0">
            <a:solidFill>
              <a:srgbClr val="3465a4"/>
            </a:solidFill>
          </a:ln>
        </p:spPr>
      </p:cxnSp>
      <p:sp>
        <p:nvSpPr>
          <p:cNvPr id="34" name=""/>
          <p:cNvSpPr/>
          <p:nvPr/>
        </p:nvSpPr>
        <p:spPr>
          <a:xfrm>
            <a:off x="3783960" y="215964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green_used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3711960" y="2295000"/>
            <a:ext cx="1652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Täglich integrierte Energie, die von zendure kommt und im Heimnetz verbleibt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" name=""/>
          <p:cNvCxnSpPr>
            <a:stCxn id="34" idx="1"/>
            <a:endCxn id="29" idx="3"/>
          </p:cNvCxnSpPr>
          <p:nvPr/>
        </p:nvCxnSpPr>
        <p:spPr>
          <a:xfrm flipH="1" rot="10800000">
            <a:off x="3783960" y="1200960"/>
            <a:ext cx="1505880" cy="1045080"/>
          </a:xfrm>
          <a:prstGeom prst="bentConnector5">
            <a:avLst>
              <a:gd name="adj1" fmla="val -11979"/>
              <a:gd name="adj2" fmla="val 24913"/>
              <a:gd name="adj3" fmla="val 111979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37" name=""/>
          <p:cNvCxnSpPr>
            <a:stCxn id="34" idx="1"/>
            <a:endCxn id="31" idx="3"/>
          </p:cNvCxnSpPr>
          <p:nvPr/>
        </p:nvCxnSpPr>
        <p:spPr>
          <a:xfrm flipH="1" rot="10800000">
            <a:off x="3783600" y="1632960"/>
            <a:ext cx="1506240" cy="612720"/>
          </a:xfrm>
          <a:prstGeom prst="bentConnector5">
            <a:avLst>
              <a:gd name="adj1" fmla="val -11977"/>
              <a:gd name="adj2" fmla="val 41093"/>
              <a:gd name="adj3" fmla="val 111977"/>
            </a:avLst>
          </a:prstGeom>
          <a:ln w="0">
            <a:solidFill>
              <a:srgbClr val="3465a4"/>
            </a:solidFill>
          </a:ln>
        </p:spPr>
      </p:cxnSp>
      <p:sp>
        <p:nvSpPr>
          <p:cNvPr id="38" name=""/>
          <p:cNvSpPr/>
          <p:nvPr/>
        </p:nvSpPr>
        <p:spPr>
          <a:xfrm>
            <a:off x="3784320" y="291600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solarInputPower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712320" y="3051360"/>
            <a:ext cx="1652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Täglich integrierte Energie, über alle Panels erzeugt wird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" name=""/>
          <p:cNvCxnSpPr>
            <a:stCxn id="11" idx="3"/>
            <a:endCxn id="38" idx="1"/>
          </p:cNvCxnSpPr>
          <p:nvPr/>
        </p:nvCxnSpPr>
        <p:spPr>
          <a:xfrm flipV="1">
            <a:off x="2292480" y="3002040"/>
            <a:ext cx="1492200" cy="107640"/>
          </a:xfrm>
          <a:prstGeom prst="bentConnector3">
            <a:avLst>
              <a:gd name="adj1" fmla="val 55115"/>
            </a:avLst>
          </a:prstGeom>
          <a:ln w="0">
            <a:solidFill>
              <a:srgbClr val="3465a4"/>
            </a:solidFill>
          </a:ln>
        </p:spPr>
      </p:cxnSp>
      <p:sp>
        <p:nvSpPr>
          <p:cNvPr id="41" name=""/>
          <p:cNvSpPr/>
          <p:nvPr/>
        </p:nvSpPr>
        <p:spPr>
          <a:xfrm>
            <a:off x="3784680" y="334836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outputPackPower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712680" y="3483720"/>
            <a:ext cx="1652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Täglich integrierte Energie, die in die Batterie floß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" name=""/>
          <p:cNvCxnSpPr>
            <a:stCxn id="9" idx="3"/>
            <a:endCxn id="41" idx="1"/>
          </p:cNvCxnSpPr>
          <p:nvPr/>
        </p:nvCxnSpPr>
        <p:spPr>
          <a:xfrm flipV="1">
            <a:off x="2292480" y="3434400"/>
            <a:ext cx="1492560" cy="78480"/>
          </a:xfrm>
          <a:prstGeom prst="bentConnector3">
            <a:avLst>
              <a:gd name="adj1" fmla="val 59565"/>
            </a:avLst>
          </a:prstGeom>
          <a:ln w="0">
            <a:solidFill>
              <a:srgbClr val="3465a4"/>
            </a:solidFill>
          </a:ln>
        </p:spPr>
      </p:cxnSp>
      <p:sp>
        <p:nvSpPr>
          <p:cNvPr id="44" name=""/>
          <p:cNvSpPr/>
          <p:nvPr/>
        </p:nvSpPr>
        <p:spPr>
          <a:xfrm>
            <a:off x="3785040" y="378072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packInputPower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3713040" y="3916080"/>
            <a:ext cx="1652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Täglich integrierte Energie, die aus der Batterie kam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" name=""/>
          <p:cNvCxnSpPr>
            <a:stCxn id="10" idx="3"/>
            <a:endCxn id="44" idx="1"/>
          </p:cNvCxnSpPr>
          <p:nvPr/>
        </p:nvCxnSpPr>
        <p:spPr>
          <a:xfrm flipV="1">
            <a:off x="2292480" y="3866760"/>
            <a:ext cx="1492920" cy="48960"/>
          </a:xfrm>
          <a:prstGeom prst="bentConnector3">
            <a:avLst>
              <a:gd name="adj1" fmla="val 63699"/>
            </a:avLst>
          </a:prstGeom>
          <a:ln w="0">
            <a:solidFill>
              <a:srgbClr val="3465a4"/>
            </a:solidFill>
          </a:ln>
        </p:spPr>
      </p:cxnSp>
      <p:sp>
        <p:nvSpPr>
          <p:cNvPr id="47" name=""/>
          <p:cNvSpPr/>
          <p:nvPr/>
        </p:nvSpPr>
        <p:spPr>
          <a:xfrm>
            <a:off x="3785400" y="424908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outputHomePower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713400" y="4384440"/>
            <a:ext cx="1652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Täglich integrierte Energie, die ins Haus floß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" name=""/>
          <p:cNvCxnSpPr>
            <a:stCxn id="8" idx="3"/>
            <a:endCxn id="47" idx="1"/>
          </p:cNvCxnSpPr>
          <p:nvPr/>
        </p:nvCxnSpPr>
        <p:spPr>
          <a:xfrm>
            <a:off x="2292480" y="4318920"/>
            <a:ext cx="1493280" cy="16560"/>
          </a:xfrm>
          <a:prstGeom prst="bentConnector3">
            <a:avLst>
              <a:gd name="adj1" fmla="val 50012"/>
            </a:avLst>
          </a:prstGeom>
          <a:ln w="0">
            <a:solidFill>
              <a:srgbClr val="3465a4"/>
            </a:solidFill>
          </a:ln>
        </p:spPr>
      </p:cxnSp>
      <p:sp>
        <p:nvSpPr>
          <p:cNvPr id="50" name=""/>
          <p:cNvSpPr/>
          <p:nvPr/>
        </p:nvSpPr>
        <p:spPr>
          <a:xfrm>
            <a:off x="3785760" y="468144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gridInputPower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713760" y="4816800"/>
            <a:ext cx="1652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Täglich integrierte Energie, die vom Haus in zendure floß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" name=""/>
          <p:cNvCxnSpPr>
            <a:stCxn id="7" idx="3"/>
            <a:endCxn id="50" idx="1"/>
          </p:cNvCxnSpPr>
          <p:nvPr/>
        </p:nvCxnSpPr>
        <p:spPr>
          <a:xfrm>
            <a:off x="2292480" y="4721760"/>
            <a:ext cx="1493640" cy="46080"/>
          </a:xfrm>
          <a:prstGeom prst="bentConnector3">
            <a:avLst>
              <a:gd name="adj1" fmla="val 50000"/>
            </a:avLst>
          </a:prstGeom>
          <a:ln w="0">
            <a:solidFill>
              <a:srgbClr val="3465a4"/>
            </a:solidFill>
          </a:ln>
        </p:spPr>
      </p:cxnSp>
      <p:sp>
        <p:nvSpPr>
          <p:cNvPr id="53" name=""/>
          <p:cNvSpPr/>
          <p:nvPr/>
        </p:nvSpPr>
        <p:spPr>
          <a:xfrm>
            <a:off x="3783600" y="647280"/>
            <a:ext cx="1506240" cy="172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0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swm_used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711600" y="782640"/>
            <a:ext cx="1652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de-DE" sz="4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Tägliche Energie, die aus dem Versorgernetz ins Heimnetz kam (als Differenz zum letzten Wert des Vortags)</a:t>
            </a:r>
            <a:endParaRPr lang="de-DE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" name=""/>
          <p:cNvCxnSpPr>
            <a:stCxn id="12" idx="3"/>
            <a:endCxn id="53" idx="1"/>
          </p:cNvCxnSpPr>
          <p:nvPr/>
        </p:nvCxnSpPr>
        <p:spPr>
          <a:xfrm flipV="1">
            <a:off x="2292480" y="733320"/>
            <a:ext cx="1491480" cy="271080"/>
          </a:xfrm>
          <a:prstGeom prst="bentConnector3">
            <a:avLst>
              <a:gd name="adj1" fmla="val 50000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56" name=""/>
          <p:cNvCxnSpPr>
            <a:stCxn id="47" idx="3"/>
            <a:endCxn id="29" idx="1"/>
          </p:cNvCxnSpPr>
          <p:nvPr/>
        </p:nvCxnSpPr>
        <p:spPr>
          <a:xfrm flipH="1" flipV="1">
            <a:off x="3783240" y="1200960"/>
            <a:ext cx="1508760" cy="3134520"/>
          </a:xfrm>
          <a:prstGeom prst="bentConnector5">
            <a:avLst>
              <a:gd name="adj1" fmla="val -11957"/>
              <a:gd name="adj2" fmla="val 50000"/>
              <a:gd name="adj3" fmla="val 136730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57" name=""/>
          <p:cNvCxnSpPr>
            <a:stCxn id="50" idx="3"/>
            <a:endCxn id="29" idx="1"/>
          </p:cNvCxnSpPr>
          <p:nvPr/>
        </p:nvCxnSpPr>
        <p:spPr>
          <a:xfrm flipH="1" flipV="1">
            <a:off x="3783240" y="1200960"/>
            <a:ext cx="1509120" cy="3566880"/>
          </a:xfrm>
          <a:prstGeom prst="bentConnector5">
            <a:avLst>
              <a:gd name="adj1" fmla="val -20782"/>
              <a:gd name="adj2" fmla="val 57020"/>
              <a:gd name="adj3" fmla="val 132307"/>
            </a:avLst>
          </a:prstGeom>
          <a:ln w="0">
            <a:solidFill>
              <a:srgbClr val="3465a4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</TotalTime>
  <Application>LibreOffice/25.8.4.2$Windows_X86_64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2026-02-08T12:42:59Z</dcterms:created>
  <dc:creator/>
  <dc:description/>
  <dc:language>de-DE</dc:language>
  <cp:lastModifiedBy/>
  <dcterms:modified xsi:type="dcterms:W3CDTF">2026-02-08T16:05:53Z</dcterms:modified>
  <cp:revision>17</cp:revision>
  <dc:subject/>
  <dc:title/>
</cp:coreProperties>
</file>